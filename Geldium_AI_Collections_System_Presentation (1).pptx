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4" r:id="rId3"/>
    <p:sldId id="265" r:id="rId4"/>
    <p:sldId id="266" r:id="rId5"/>
    <p:sldId id="267" r:id="rId6"/>
    <p:sldId id="268" r:id="rId7"/>
  </p:sldIdLst>
  <p:sldSz cx="9144000" cy="5143500" type="screen16x9"/>
  <p:notesSz cx="6858000" cy="9144000"/>
  <p:embeddedFontLst>
    <p:embeddedFont>
      <p:font typeface="Roboto" panose="020B0604020202020204" charset="0"/>
      <p:regular r:id="rId9"/>
      <p:bold r:id="rId10"/>
      <p:italic r:id="rId11"/>
      <p:boldItalic r:id="rId12"/>
    </p:embeddedFont>
    <p:embeddedFont>
      <p:font typeface="Roboto Slab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 varScale="1">
        <p:scale>
          <a:sx n="74" d="100"/>
          <a:sy n="74" d="100"/>
        </p:scale>
        <p:origin x="104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09913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8702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System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Inputs: Real-time customer data such as demographics, repayment history, credit utilization, and DTI ratio.</a:t>
            </a:r>
          </a:p>
          <a:p>
            <a:r>
              <a:t>Decision Logic: Combines business rules and Random Forest model predictions to determine optimal action.</a:t>
            </a:r>
          </a:p>
          <a:p>
            <a:r>
              <a:t>Actions: Sends personalized messages (SMS/email), triggers deferral offers, or escalates cases.</a:t>
            </a:r>
          </a:p>
          <a:p>
            <a:r>
              <a:t>Learning: Feedback from customer outcomes (e.g., repayment success) loops back to refine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the System </a:t>
            </a:r>
            <a:r>
              <a:rPr dirty="0" smtClean="0"/>
              <a:t>Works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Data is continuously ingested from CRM, payment systems, and transaction logs.</a:t>
            </a:r>
          </a:p>
          <a:p>
            <a:r>
              <a:t>Model predictions flag at-risk customers with over 91% accuracy (based on ROC AUC = 0.96).</a:t>
            </a:r>
          </a:p>
          <a:p>
            <a:r>
              <a:t>Actions are adapted based on response: reminders, restructuring offers, or manual review.</a:t>
            </a:r>
          </a:p>
          <a:p>
            <a:r>
              <a:t>Performance metrics feed into the system to optimize future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Agentic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Autonomous:</a:t>
            </a:r>
          </a:p>
          <a:p>
            <a:r>
              <a:t>• Automated SMS/email reminders</a:t>
            </a:r>
          </a:p>
          <a:p>
            <a:r>
              <a:t>• Dynamic outreach frequency adjustment</a:t>
            </a:r>
          </a:p>
          <a:p>
            <a:r>
              <a:t>• Real-time deferral offers based on model score</a:t>
            </a:r>
          </a:p>
          <a:p>
            <a:endParaRPr/>
          </a:p>
          <a:p>
            <a:r>
              <a:t>Human Oversight:</a:t>
            </a:r>
          </a:p>
          <a:p>
            <a:r>
              <a:t>• Approving high-impact hardship plans</a:t>
            </a:r>
          </a:p>
          <a:p>
            <a:r>
              <a:t>• Handling disputes and customer appeals</a:t>
            </a:r>
          </a:p>
          <a:p>
            <a:r>
              <a:t>• Oversight on escalation or account closure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AI Guardrails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r>
              <a:t>Fairness: Audits for demographic bias, proxy variable exclusions, and representative training data.</a:t>
            </a:r>
          </a:p>
          <a:p>
            <a:r>
              <a:t>Explainability: Use of interpretable models and SHAP analysis to explain predictions.</a:t>
            </a:r>
          </a:p>
          <a:p>
            <a:r>
              <a:t>Compliance: Alignment with GDPR, ECOA, FCA standards; decision logic and audit trails maintained.</a:t>
            </a:r>
          </a:p>
          <a:p>
            <a:r>
              <a:t>Human Oversight: Manual review of edge cases and appealable customer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Business Impact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  <a:p>
            <a:r>
              <a:t>Business KPIs:</a:t>
            </a:r>
          </a:p>
          <a:p>
            <a:r>
              <a:t>• 15% reduction in 30-day delinquency</a:t>
            </a:r>
          </a:p>
          <a:p>
            <a:r>
              <a:t>• 20% improvement in repayment rates among targeted groups</a:t>
            </a:r>
          </a:p>
          <a:p>
            <a:r>
              <a:t>• Lower operational cost through automation of outreach</a:t>
            </a:r>
          </a:p>
          <a:p>
            <a:endParaRPr/>
          </a:p>
          <a:p>
            <a:r>
              <a:t>Customer Outcomes:</a:t>
            </a:r>
          </a:p>
          <a:p>
            <a:r>
              <a:t>• Personalized, empathetic support plans</a:t>
            </a:r>
          </a:p>
          <a:p>
            <a:r>
              <a:t>• Increased trust and transparency</a:t>
            </a:r>
          </a:p>
          <a:p>
            <a:r>
              <a:t>• Reduced stress and improved financial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313</Words>
  <Application>Microsoft Office PowerPoint</Application>
  <PresentationFormat>On-screen Show (16:9)</PresentationFormat>
  <Paragraphs>42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Roboto</vt:lpstr>
      <vt:lpstr>Arial</vt:lpstr>
      <vt:lpstr>Roboto Slab</vt:lpstr>
      <vt:lpstr>Marina</vt:lpstr>
      <vt:lpstr>AI-Powered Collections Strategy</vt:lpstr>
      <vt:lpstr>How the System Works</vt:lpstr>
      <vt:lpstr>How the System Works</vt:lpstr>
      <vt:lpstr>Role of Agentic AI</vt:lpstr>
      <vt:lpstr>Responsible AI Guardrails</vt:lpstr>
      <vt:lpstr>Expected Business Impact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Collections Strategy</dc:title>
  <dc:creator>PCM</dc:creator>
  <cp:lastModifiedBy>lokesh</cp:lastModifiedBy>
  <cp:revision>4</cp:revision>
  <dcterms:modified xsi:type="dcterms:W3CDTF">2025-07-20T08:36:06Z</dcterms:modified>
</cp:coreProperties>
</file>